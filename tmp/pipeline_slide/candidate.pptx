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e25915f7043b0" /><Relationship Type="http://schemas.openxmlformats.org/officeDocument/2006/relationships/extended-properties" Target="/docProps/app.xml" Id="Rc07b5fcf40284321" /><Relationship Type="http://schemas.openxmlformats.org/officeDocument/2006/relationships/officeDocument" Target="/ppt/presentation.xml" Id="R2aa56ea5a2ce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abbb3d2cb74b69"/>
  </p:sldMasterIdLst>
  <p:notesMasterIdLst>
    <p:notesMasterId xmlns:r="http://schemas.openxmlformats.org/officeDocument/2006/relationships" r:id="R5bbb56eb4bd5438a"/>
  </p:notesMasterIdLst>
  <p:sldIdLst>
    <p:sldId xmlns:r="http://schemas.openxmlformats.org/officeDocument/2006/relationships" id="256" r:id="R5dabf1421b174c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e60b87d1f4855" /><Relationship Type="http://schemas.openxmlformats.org/officeDocument/2006/relationships/slideMaster" Target="/ppt/slideMasters/slideMaster1.xml" Id="R45abbb3d2cb74b69" /><Relationship Type="http://schemas.openxmlformats.org/officeDocument/2006/relationships/notesMaster" Target="/ppt/notesMasters/notesMaster1.xml" Id="R5bbb56eb4bd5438a" /><Relationship Type="http://schemas.openxmlformats.org/officeDocument/2006/relationships/presProps" Target="/ppt/presProps.xml" Id="Rc4641120b851461a" /><Relationship Type="http://schemas.openxmlformats.org/officeDocument/2006/relationships/tableStyles" Target="/ppt/tableStyles.xml" Id="Rcd3614145e3d4ae0" /><Relationship Type="http://schemas.openxmlformats.org/officeDocument/2006/relationships/slide" Target="/ppt/slides/slide1.xml" Id="R5dabf1421b17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46820fa44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3ffbb5088044b6" /><Relationship Type="http://schemas.openxmlformats.org/officeDocument/2006/relationships/notesMaster" Target="/ppt/notesMasters/notesMaster1.xml" Id="R55cd6fe62f6d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del progetto mccviahat, con distinzione fra protocolli del paper e sviluppi in corso.</a:t>
            </a:r>
          </a:p>
          <a:p xmlns:a="http://schemas.openxmlformats.org/drawingml/2006/main">
            <a:r>
              <a:t>Fonti: /Users/rsalvi/Downloads/AGI_2026_SalviWolfson_paper122 to_appear.pdf, sezioni 2–5 e appendice B. Repository: scripts/run/run_prompts_isolated.py, scripts/run/run_prompts_fulltrace.py, scripts/collectors/substrate_collector.py, scripts/run/extract_features.py, scripts/run/extract_features_fulltrace.py, analysis/notebooks/.</a:t>
            </a:r>
          </a:p>
          <a:p xmlns:a="http://schemas.openxmlformats.org/drawingml/2006/main">
            <a:r>
              <a:t>HAT = Hardware Anomaly Trace, serie temporali degli indicatori hardware e OS.</a:t>
            </a:r>
          </a:p>
          <a:p xmlns:a="http://schemas.openxmlformats.org/drawingml/2006/main">
            <a:r>
              <a:t>1. 1 ms è l'intervallo richiesto a perf, non una garanzia di cadenza effettiva uniforme. Il collector usa misure system-wide. Il PID serve anche al monitoraggio del processo. CORE_POWER.THROTTLE va interpretato secondo la definizione dell'evento della CPU, non come sinonimo generico di temperatura o PROCHOT.</a:t>
            </a:r>
          </a:p>
          <a:p xmlns:a="http://schemas.openxmlformats.org/drawingml/2006/main">
            <a:r>
              <a:t>2. Le cinque feature elencate sono quelle del paper. L'estrattore full-trace attuale e il relativo notebook usano una selezione diversa e non includono LZ.</a:t>
            </a:r>
          </a:p>
          <a:p xmlns:a="http://schemas.openxmlformats.org/drawingml/2006/main">
            <a:r>
              <a:t>3. Nel paper il clustering k-means e il filtro di coerenza direzionale ≥6/8 run riguardano il per-trial. I test confrontano le feature fra condizioni: MWU nel per-trial, MWU e Welch nel full-trace. Bonferroni segue la famiglia di confronti dichiarata. Gli sweep sui prompt e i null test sono controlli descrittivi di robustezza, non stime di generalizzazione su nuovi dati.</a:t>
            </a:r>
          </a:p>
          <a:p xmlns:a="http://schemas.openxmlformats.org/drawingml/2006/main">
            <a:r>
              <a:t>Nei per-trial: 20 prompt per condizione ripetuti su 8 run. I trial condividono prompt e sessione e non equivalgono a 320 unità sperimentali indipendenti. Nei full-trace una fase di 20 prompt fornisce un'osservazione. Il codice permette anche segmentazione per prompt tramite i timestamp, mantenendo la dipendenza entro traccia.</a:t>
            </a:r>
          </a:p>
          <a:p xmlns:a="http://schemas.openxmlformats.org/drawingml/2006/main">
            <a:r>
              <a:t>Sviluppi in corso: dataset joyful e misure di istruzioni/cicli per IPC. I metadati di quattro cartelle *_N_1 riportano joy: risolvere la provenienza prima di interpretare confronti su quelle acquisizioni.</a:t>
            </a:r>
          </a:p>
          <a:p xmlns:a="http://schemas.openxmlformats.org/drawingml/2006/main">
            <a:r>
              <a:t>La slide descrive il flusso sperimentale. Le differenze hardware non dimostrano da sole esperienza soggettiva.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4da2b9c394a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bd989e6d0428a" /><Relationship Type="http://schemas.openxmlformats.org/officeDocument/2006/relationships/slideLayout" Target="/ppt/slideLayouts/slideLayout1.xml" Id="R592edb5af051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2edb5af051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5cd1edd7e463e" /><Relationship Type="http://schemas.openxmlformats.org/officeDocument/2006/relationships/notesSlide" Target="/ppt/notesSlides/notesSlide1.xml" Id="R0f3832fc948d47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7C64D-8449-4D9E-AA52-945B6777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381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Pipeline sperimentale 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6B632-5C92-4F9F-976F-EB7230B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409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Il contenuto affettivo dei prompt si associa a differenze misurabili nei segnali hardware?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E79CE-CE59-439F-B46B-5E58B84D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1E735-1545-48CB-A610-F31CACA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DEE1D-F82A-451D-A91E-19C175C1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20 emotivi + 20 neutrali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Lunghezze in token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approssimativamente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bilanciate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B2578-1182-4D82-86B9-E8A3375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383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94CA9-DDBE-42EB-90ED-6F7EEF01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Inferenza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A5944-E300-4AAC-8774-4041156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38475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Llama-2 7B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Llama-3.1 70B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Q4_K_M, llama.cpp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Docker, output 50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F3EF-11DF-4554-944D-AB2AC4C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A4610-CDCF-470D-8A87-2C8E412D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Acquisizione 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02C56-7A9F-46A4-92E7-9B83C8A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perf stat: 1 ms nominale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Contatori OS: 100 ms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core_power.throttle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Tracce CSV + metadati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DDE5C-27F1-4AB4-A308-A09871B6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383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1E2A-1617-4690-BF59-5B50712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Feature temporali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552E8-4DCD-4A26-B321-5C3C655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38475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Media per unità di tempo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Pendenza e varianza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Entropia spettrale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Complessità Lempel–Ziv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A8DF8-6DA3-4BCE-A644-8F8EA401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8383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8CF3A-9F93-456E-80D7-BB93F80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3812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Analisi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56289-C3EC-4254-9C8C-16052D35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038475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Confronto tra condizioni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k-means (k = 2)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Test + Bonferroni</a:t>
            </a:r>
          </a:p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Effetti e robustezza</a:t>
            </a:r>
          </a:p>
        </p:txBody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00400" y="26336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5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57900" y="26336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5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915400" y="26336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5"/>
            </a:solidFill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1772900" y="26336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5"/>
            </a:solidFill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468FD-F3E2-4C28-93EB-5FEB12C1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Ambiente di esecuzione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A7B7B-9129-4CEE-81FA-85F92C70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7677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CloudLab bare-metal dedicato, dual Xeon Gold 6142, Ubuntu 24.04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18C5C-B4E9-49DD-B746-0B1C79C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5CAD"/>
                </a:solidFill>
                <a:latin typeface="Helvetica Neue"/>
                <a:ea typeface="Helvetica Neue"/>
                <a:cs typeface="Helvetica Neue"/>
              </a:rPr>
              <a:t>Per-trial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4A165-F5DA-4A84-BE8B-BB8031E1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400675"/>
            <a:ext cx="1176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Reset del container tra prompt, flush della cache OS e pausa di stabilizzazione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D963F-1025-4907-BA54-A873257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1176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Una traccia per inferenza. 8 run × 40 trial = 320 osservazioni per modello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EFB8B-3F99-4648-A63A-D1FB427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Full-trace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1BEDB-A4E2-422B-81DD-325C514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19850"/>
            <a:ext cx="1176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20 prompt consecutivi, senza reset intermedi. Un’unica acquisizione continua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8B386-17E5-49ED-B911-9288C4A7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819900"/>
            <a:ext cx="1176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173"/>
                </a:solidFill>
                <a:latin typeface="Helvetica Neue"/>
                <a:ea typeface="Helvetica Neue"/>
                <a:cs typeface="Helvetica Neue"/>
              </a:rPr>
              <a:t>Una traccia per fase. Nel paper: 20 tracce per condizione sul 70B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CEE87-844B-4581-983C-501495B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10450"/>
            <a:ext cx="1409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Entrambi i protocolli prevedono un reboot del nodo tra le fasi emotiva e neutrale.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DC740-3BBA-489B-9DC1-543AAD0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39075"/>
            <a:ext cx="1409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In corso: condizione joyful e controlli sul workload mediante istruzioni, cicli e IPC.</a:t>
            </a:r>
          </a:p>
        </p:txBody>
      </p:sp>
    </p:spTree>
    <p:extLst>
      <p:ext uri="{BB962C8B-B14F-4D97-AF65-F5344CB8AC3E}">
        <p14:creationId xmlns:p14="http://schemas.microsoft.com/office/powerpoint/2010/main" val="82042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2026-09-27T15:50:05.4900000Z</dcterms:created>
  <dcterms:modified xsi:type="dcterms:W3CDTF">2026-09-27T15:50:05.4900000Z</dcterms:modified>
</coreProperties>
</file>